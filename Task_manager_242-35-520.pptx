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59" r:id="rId7"/>
    <p:sldId id="286" r:id="rId8"/>
    <p:sldId id="263" r:id="rId9"/>
    <p:sldId id="280" r:id="rId10"/>
    <p:sldId id="281" r:id="rId11"/>
    <p:sldId id="283" r:id="rId12"/>
    <p:sldId id="284" r:id="rId13"/>
    <p:sldId id="28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DC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29" autoAdjust="0"/>
    <p:restoredTop sz="94641" autoAdjust="0"/>
  </p:normalViewPr>
  <p:slideViewPr>
    <p:cSldViewPr snapToGrid="0">
      <p:cViewPr varScale="1">
        <p:scale>
          <a:sx n="90" d="100"/>
          <a:sy n="90" d="100"/>
        </p:scale>
        <p:origin x="322" y="67"/>
      </p:cViewPr>
      <p:guideLst/>
    </p:cSldViewPr>
  </p:slideViewPr>
  <p:outlineViewPr>
    <p:cViewPr>
      <p:scale>
        <a:sx n="33" d="100"/>
        <a:sy n="33" d="100"/>
      </p:scale>
      <p:origin x="0" y="-21773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D1A5C42-4636-4A6A-9001-CA7CD97B08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C57720-6EA2-4C0E-AB19-0A22BCDB839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7D70DC-E6D5-4048-8AC5-67F4E92F0736}" type="datetimeFigureOut">
              <a:rPr lang="en-US" smtClean="0"/>
              <a:t>8/17/2025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4AC616-D2D2-4742-9683-2A537932A10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7EE012-E187-4EEE-9C2F-2125BF40862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81155F-8354-4019-9356-1A95703B07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6059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7T17:06:59.8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446 118 24575,'0'6'0,"-1"-1"0,0 1 0,0-1 0,0 0 0,-1 1 0,0-1 0,0 0 0,0 0 0,0 0 0,-1 0 0,-4 6 0,-42 49 0,28-36 0,10-10 0,-1 0 0,-1-1 0,0 0 0,-1-1 0,0 0 0,-29 17 0,43-28 0,-1-1 0,0 1 0,0-1 0,0 1 0,0-1 0,0 0 0,0 1 0,0-1 0,0 0 0,0 0 0,0 0 0,-1 1 0,1-1 0,0 0 0,0 0 0,0-1 0,0 1 0,0 0 0,0 0 0,0 0 0,0-1 0,0 1 0,0-1 0,0 1 0,0-1 0,0 1 0,0-1 0,0 1 0,1-1 0,-1 0 0,0 1 0,0-1 0,0 0 0,1 0 0,-1 0 0,1 0 0,-1 1 0,0-1 0,1 0 0,0 0 0,-1-2 0,-2-4 0,1-1 0,0 0 0,0 1 0,-1-15 0,0 0 0,-3-5 0,2-1 0,-3-57 0,-29 148 0,31-50 0,0-3 0,1 0 0,-1-1 0,-1 1 0,-6 8 0,12-17 0,-1 0 0,0 0 0,0 0 0,1 0 0,-1 0 0,0 0 0,0 0 0,0 0 0,0 0 0,0-1 0,0 1 0,0 0 0,0-1 0,0 1 0,-1-1 0,1 1 0,0-1 0,0 1 0,-1-1 0,1 0 0,0 0 0,0 0 0,-1 1 0,1-1 0,0-1 0,0 1 0,-1 0 0,1 0 0,0 0 0,0-1 0,-1 1 0,1 0 0,0-1 0,0 1 0,0-1 0,0 1 0,-1-1 0,1 0 0,0 0 0,0 1 0,-1-3 0,-4-4 0,1-1 0,0 0 0,1 0 0,0-1 0,0 1 0,1-1 0,0 0 0,1 0 0,0 0 0,-2-11 0,4 16 0,0 0 0,0-1 0,0 1 0,0 0 0,0 0 0,1 0 0,0 0 0,1-6 0,-2 10 0,1-1 0,-1 1 0,0-1 0,0 1 0,1-1 0,-1 1 0,0-1 0,0 1 0,1-1 0,-1 1 0,1-1 0,-1 1 0,0-1 0,1 1 0,-1 0 0,1-1 0,-1 1 0,1 0 0,-1-1 0,1 1 0,-1 0 0,1 0 0,-1 0 0,2-1 0,-1 1 0,0 1 0,0-1 0,0 0 0,0 1 0,1-1 0,-1 1 0,0-1 0,0 1 0,0 0 0,-1-1 0,1 1 0,0 0 0,0 0 0,0 0 0,0-1 0,-1 1 0,1 0 0,0 1 0,7 10 0,0 0 0,-2 1 0,1-1 0,-2 1 0,1 0 0,-2 0 0,0 1 0,3 17 0,-8-26 0,-3-11 0,-4-12 0,4-3 0,1 1 0,1-1 0,1 1 0,0-1 0,2 0 0,1 1 0,3-22 0,-3 38 0,-1-1 0,1 1 0,0-1 0,1 1 0,-1 0 0,1 0 0,0 0 0,0 0 0,0 1 0,0-1 0,1 1 0,-1-1 0,1 1 0,0 0 0,0 1 0,5-4 0,-7 5 0,0 0 0,0 0 0,0 0 0,0 0 0,0 1 0,0-1 0,0 1 0,0-1 0,1 1 0,-1 0 0,0 0 0,0-1 0,0 2 0,1-1 0,-1 0 0,0 0 0,0 1 0,0-1 0,0 1 0,0 0 0,0-1 0,0 1 0,0 0 0,0 0 0,0 1 0,0-1 0,0 0 0,-1 1 0,1-1 0,-1 1 0,1-1 0,-1 1 0,1-1 0,-1 1 0,0 0 0,0 0 0,2 3 0,3 7 0,0 1 0,-1 1 0,-1-1 0,0 0 0,-1 1 0,0 0 0,1 16 0,-3-1 0,0-1 0,-5 44 0,2-61 0,0 0 0,-1-1 0,0 1 0,-1-1 0,-5 11 0,4-11 0,1 0 0,0 0 0,1 1 0,-3 18 0,3-11 0,0-1 0,-1 1 0,-7 18 0,8-28 0,0 0 0,-1 0 0,1-1 0,-2 1 0,1-1 0,-1 0 0,0 0 0,-11 11 0,15-16 0,-1-1 0,0 1 0,1-1 0,-1 0 0,0 1 0,0-1 0,0 0 0,0 0 0,0 0 0,0-1 0,0 1 0,0 0 0,0-1 0,0 1 0,0-1 0,-4 1 0,5-2 0,-1 1 0,1 0 0,0-1 0,-1 1 0,1-1 0,0 1 0,0-1 0,-1 0 0,1 1 0,0-1 0,0 0 0,0 0 0,0 0 0,0 0 0,0 0 0,0 0 0,0 0 0,0 0 0,-1-2 0,0-3 0,-1 0 0,0 0 0,1 0 0,0-1 0,1 1 0,-1 0 0,1-1 0,1 1 0,-1-9 0,2-29 0,2 1 0,14-66 0,-17 105 0,3-49 0,-4 44 0,1 0 0,1 0 0,-1 1 0,1-1 0,0 0 0,5-14 0,-6 22 0,1 1 0,-1-1 0,0 0 0,0 1 0,1-1 0,-1 0 0,0 1 0,1-1 0,-1 0 0,1 1 0,-1-1 0,1 1 0,-1-1 0,1 1 0,-1-1 0,1 1 0,-1-1 0,1 1 0,0 0 0,-1-1 0,1 1 0,0 0 0,-1 0 0,1-1 0,0 1 0,0 0 0,-1 0 0,2 0 0,0 0 0,-1 0 0,0 1 0,1-1 0,-1 1 0,0 0 0,0-1 0,1 1 0,-1 0 0,0 0 0,0-1 0,0 1 0,0 0 0,2 2 0,0 1 0,1 1 0,-1-1 0,0 1 0,0-1 0,-1 1 0,4 10 0,20 109-1365,-23-106-5461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7T17:07:07.780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1 1 24575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17T17:07:08.43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0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56C02F-3406-42DD-8956-B66C2D710E25}" type="datetimeFigureOut">
              <a:rPr lang="en-US" smtClean="0"/>
              <a:t>8/17/2025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71D96E-4CA2-485E-9EE5-CEB7143ACC3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1185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71D96E-4CA2-485E-9EE5-CEB7143ACC3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769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7FFE5B-C2CA-473D-8FCA-B26579CCBAA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FF4BA3E-4135-4F80-B1C8-C84CDF7C54A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752100" y="739303"/>
            <a:ext cx="6825035" cy="53793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CAABB7-A562-4A3F-9DDF-2CE3D13726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22977" y="1663435"/>
            <a:ext cx="5869021" cy="2003898"/>
          </a:xfrm>
          <a:solidFill>
            <a:schemeClr val="accent2">
              <a:alpha val="80000"/>
            </a:schemeClr>
          </a:solidFill>
        </p:spPr>
        <p:txBody>
          <a:bodyPr lIns="557784" tIns="530352" anchor="t">
            <a:noAutofit/>
          </a:bodyPr>
          <a:lstStyle>
            <a:lvl1pPr algn="l">
              <a:lnSpc>
                <a:spcPct val="80000"/>
              </a:lnSpc>
              <a:defRPr sz="5400" cap="all" spc="400" baseline="0">
                <a:ln w="19050">
                  <a:solidFill>
                    <a:schemeClr val="accent5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D15807FE-36E0-49EF-93A4-5B9AD83871B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2159" y="2878246"/>
            <a:ext cx="4925188" cy="339247"/>
          </a:xfrm>
        </p:spPr>
        <p:txBody>
          <a:bodyPr>
            <a:noAutofit/>
          </a:bodyPr>
          <a:lstStyle>
            <a:lvl1pPr marL="0" indent="0" algn="l">
              <a:buNone/>
              <a:defRPr sz="2400" spc="100" baseline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</p:spTree>
    <p:extLst>
      <p:ext uri="{BB962C8B-B14F-4D97-AF65-F5344CB8AC3E}">
        <p14:creationId xmlns:p14="http://schemas.microsoft.com/office/powerpoint/2010/main" val="352351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99B8705-C027-4E12-892E-C32FF13296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ED685DB5-FA77-4C19-88B8-5A8D733B42B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5012530" y="0"/>
            <a:ext cx="7196138" cy="686737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46919B-FFF8-4FED-8A44-48A7E600E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F28B0-8A34-4E86-9FE3-20BD880CD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E1CCB-96B6-4D9F-A932-D0EBDBD7D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7CB735-9F66-41A8-8F1D-4B66FE1D11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2" y="1672143"/>
            <a:ext cx="6019802" cy="3513714"/>
          </a:xfrm>
          <a:solidFill>
            <a:schemeClr val="accent6">
              <a:alpha val="80000"/>
            </a:schemeClr>
          </a:solidFill>
        </p:spPr>
        <p:txBody>
          <a:bodyPr lIns="676656" tIns="795528"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4A51F916-D1A0-40B2-A894-1C597A7AAFB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4575" y="3007594"/>
            <a:ext cx="4850550" cy="1731145"/>
          </a:xfrm>
        </p:spPr>
        <p:txBody>
          <a:bodyPr>
            <a:noAutofit/>
          </a:bodyPr>
          <a:lstStyle>
            <a:lvl1pPr marL="0" indent="0" algn="l">
              <a:lnSpc>
                <a:spcPct val="125000"/>
              </a:lnSpc>
              <a:buNone/>
              <a:defRPr sz="1400" spc="1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23619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95BA1F-6B83-4358-A202-FD15470976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C10F8-CB40-4BDD-AA21-7DDC300FE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969F5-F9D0-4A38-8C6C-86005388F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33B3F-10CE-4363-805C-361CA4941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8EABAB15-C887-420D-92A1-24DBD62EE55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0" y="729926"/>
            <a:ext cx="3581400" cy="5388772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F7E8EA93-3F05-4D28-8B15-91D6789458B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46476" y="1921400"/>
            <a:ext cx="2289974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4EBCE5D-8795-44C7-8196-051689C6FE2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46476" y="2245710"/>
            <a:ext cx="2289974" cy="17395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195044F5-86E3-4A1C-B3C8-6E3422E5B41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065518" y="2245710"/>
            <a:ext cx="2289974" cy="17395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4C9BA1BF-0690-4DB5-9BBC-31D1948D82A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746476" y="4443157"/>
            <a:ext cx="2289974" cy="146324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0D187952-9422-42DE-B163-B764E0D099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65519" y="4451209"/>
            <a:ext cx="2289972" cy="145716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54291470-2EE9-46D8-8083-E4523DCE52B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065517" y="1921400"/>
            <a:ext cx="2289974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17B8E7E2-50C1-429D-A8C5-C098CDADCF3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746476" y="4118846"/>
            <a:ext cx="2289974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09DB38C9-BBE5-4212-87C2-D9B34A47075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65518" y="4118846"/>
            <a:ext cx="2289972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EA61E342-2B6C-4379-A3B3-8D1B338F656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17910" y="1921400"/>
            <a:ext cx="2289974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4F39B769-D212-4C11-B6CB-0423DD10599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417910" y="2245710"/>
            <a:ext cx="2289974" cy="173953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47FF8E-011E-46E6-9F4D-DAD4830958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65516" y="1185284"/>
            <a:ext cx="7288284" cy="46949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2800">
                <a:ln w="19050">
                  <a:solidFill>
                    <a:schemeClr val="accent5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57735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781AFB-2572-4954-B05E-84CDE1D8831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750850-5ECD-4AA5-8EF0-70C6EA291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6B04CF-8972-48CE-B427-B542AF911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864ACC-F262-4128-BC17-FCB29BEF0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717CFF16-7992-46DD-8151-F55B0300570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506711" y="1335193"/>
            <a:ext cx="2859090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EBADC1C2-D36B-4AFE-8824-DE6D0FB513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06711" y="1639822"/>
            <a:ext cx="2859090" cy="14753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F1632658-DE5C-4EA2-83DE-AB456D9D76E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167309" y="1639822"/>
            <a:ext cx="2859091" cy="15177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6A6D61C-C33C-46D5-B2C5-6C6A7C143A9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06711" y="3837269"/>
            <a:ext cx="2859090" cy="15333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0A4E6A96-585A-4265-900D-17D98121F5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67310" y="3845321"/>
            <a:ext cx="2859089" cy="152693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28B8437C-1550-4581-911A-98BEA151A4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67308" y="1335193"/>
            <a:ext cx="2859091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04DF1AD6-E51A-4D19-A9C8-CCAFE9E9B2A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06711" y="3532639"/>
            <a:ext cx="2859090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A3656830-2B4C-4F48-8EBD-F8C80C353F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67309" y="3532639"/>
            <a:ext cx="2859089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3D6999-ED11-424C-91FD-1ECD0CB9D2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4299" y="2768600"/>
            <a:ext cx="2956810" cy="1129164"/>
          </a:xfrm>
        </p:spPr>
        <p:txBody>
          <a:bodyPr anchor="t">
            <a:normAutofit/>
          </a:bodyPr>
          <a:lstStyle>
            <a:lvl1pPr>
              <a:lnSpc>
                <a:spcPct val="125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749148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0CE26C-A8CF-4DC0-9913-86FF0ED8762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DD4FC6-591F-4220-A331-724C4FE41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506146-DCCA-4419-9FC3-7F33AEABA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DEDAF2-5575-4164-9610-7906C2033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0C598512-93DF-4C00-A3BC-4CFF184217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0484" y="3639417"/>
            <a:ext cx="2383764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all" spc="200" baseline="0">
                <a:solidFill>
                  <a:schemeClr val="accent5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9AFC7B8A-881F-4E97-91D4-F41DFA6D8F8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0484" y="3965866"/>
            <a:ext cx="2383764" cy="112608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7B10018-89A9-49C8-8DCE-621EF9328C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78982" y="3969554"/>
            <a:ext cx="2383764" cy="112608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342C0572-2FB8-4C18-AD74-75A16532134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7478" y="3953422"/>
            <a:ext cx="2383765" cy="112608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3495EE04-F172-4AD4-8FE7-4A03B1CE4F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88445" y="3953422"/>
            <a:ext cx="2383765" cy="112608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F23ABA12-4A7C-42A2-9A8E-9E7F1A2BB23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419503" y="3639417"/>
            <a:ext cx="2502719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all" spc="200" baseline="0">
                <a:solidFill>
                  <a:schemeClr val="accent5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1E11CB21-11BD-400A-BC43-71A9AFA928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37478" y="3639417"/>
            <a:ext cx="2383765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all" spc="200" baseline="0">
                <a:solidFill>
                  <a:schemeClr val="accent5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02DE0CA8-2A1F-49D8-B9B6-BF353B9808C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88445" y="3639417"/>
            <a:ext cx="2383765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all" spc="200" baseline="0">
                <a:solidFill>
                  <a:schemeClr val="accent5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5D3DD0-ED40-47C1-B841-046E1D918B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2697" y="1581912"/>
            <a:ext cx="7286605" cy="634323"/>
          </a:xfrm>
        </p:spPr>
        <p:txBody>
          <a:bodyPr>
            <a:normAutofit/>
          </a:bodyPr>
          <a:lstStyle>
            <a:lvl1pPr algn="ctr">
              <a:lnSpc>
                <a:spcPct val="125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3C97099-E767-429A-80C6-731FB9D295F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1510614" y="2847098"/>
            <a:ext cx="603504" cy="6035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3">
            <a:extLst>
              <a:ext uri="{FF2B5EF4-FFF2-40B4-BE49-F238E27FC236}">
                <a16:creationId xmlns:a16="http://schemas.microsoft.com/office/drawing/2014/main" id="{E2E22B87-E0E3-4234-B4FA-C9FC97DEDCB3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369110" y="2847098"/>
            <a:ext cx="603504" cy="6035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3">
            <a:extLst>
              <a:ext uri="{FF2B5EF4-FFF2-40B4-BE49-F238E27FC236}">
                <a16:creationId xmlns:a16="http://schemas.microsoft.com/office/drawing/2014/main" id="{8EF1B794-5E10-4558-B229-0D8F5895CCA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7227608" y="2847098"/>
            <a:ext cx="603504" cy="6035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5ECB6791-2C34-417D-9AB9-03C9A8BBDF91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10078575" y="2847098"/>
            <a:ext cx="603504" cy="603504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192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7C8E50C-1C7A-4E62-B38F-3E12A174C8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7" name="Picture Placeholder 7">
            <a:extLst>
              <a:ext uri="{FF2B5EF4-FFF2-40B4-BE49-F238E27FC236}">
                <a16:creationId xmlns:a16="http://schemas.microsoft.com/office/drawing/2014/main" id="{7AF7405C-6DF9-4409-85F0-8C1DCCC0AC6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2570" y="729926"/>
            <a:ext cx="6456836" cy="5388772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883B71-4A78-4B93-97F2-F54D7DC100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67704" y="1881922"/>
            <a:ext cx="5749200" cy="3084630"/>
          </a:xfrm>
          <a:solidFill>
            <a:schemeClr val="bg2">
              <a:alpha val="93000"/>
            </a:schemeClr>
          </a:solidFill>
        </p:spPr>
        <p:txBody>
          <a:bodyPr lIns="694944" tIns="713232" anchor="t">
            <a:normAutofit/>
          </a:bodyPr>
          <a:lstStyle>
            <a:lvl1pPr algn="l">
              <a:lnSpc>
                <a:spcPct val="100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83F286D7-A050-456B-BDD3-3FFAA21A809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79405" y="3201410"/>
            <a:ext cx="4614604" cy="1291638"/>
          </a:xfrm>
        </p:spPr>
        <p:txBody>
          <a:bodyPr>
            <a:noAutofit/>
          </a:bodyPr>
          <a:lstStyle>
            <a:lvl1pPr marL="0" indent="0" algn="l">
              <a:lnSpc>
                <a:spcPct val="125000"/>
              </a:lnSpc>
              <a:buNone/>
              <a:defRPr sz="1400" spc="1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927E28-2C60-4D18-8BB3-DC9627E13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90EE45-541D-483E-A0B8-5997A2F98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4E100B-E96A-45D4-9553-51CF2CBA5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0124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ny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E757B982-FF4B-4902-B808-FC325983FD9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7337BF-9564-499D-91CE-9DDD9C9693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3350" y="1371599"/>
            <a:ext cx="9385300" cy="985791"/>
          </a:xfrm>
        </p:spPr>
        <p:txBody>
          <a:bodyPr>
            <a:noAutofit/>
          </a:bodyPr>
          <a:lstStyle>
            <a:lvl1pPr algn="ctr">
              <a:defRPr sz="5400">
                <a:ln w="19050">
                  <a:solidFill>
                    <a:schemeClr val="accent5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6279003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Mod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684757-E21D-414B-B627-1E0D15F89C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927250C7-CB58-468C-B8BB-17DB85D4F24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11738" y="0"/>
            <a:ext cx="7196930" cy="686737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6BB3F6-84AB-40BA-9D7D-7C1E13C0E1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1036629"/>
            <a:ext cx="6007099" cy="4784742"/>
          </a:xfrm>
          <a:solidFill>
            <a:schemeClr val="accent6">
              <a:alpha val="80000"/>
            </a:schemeClr>
          </a:solidFill>
        </p:spPr>
        <p:txBody>
          <a:bodyPr lIns="822960" tIns="640080" anchor="t">
            <a:normAutofit/>
          </a:bodyPr>
          <a:lstStyle>
            <a:lvl1pPr algn="l">
              <a:lnSpc>
                <a:spcPct val="100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6A7AB969-4D8E-41B0-A403-6D1D41CD516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29016" y="2368506"/>
            <a:ext cx="4771030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8F82904-47D8-4EB9-A697-8ED11274C40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29017" y="2605040"/>
            <a:ext cx="4771030" cy="8010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44501739-C457-4C98-A458-5B3639CFB82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9016" y="3544629"/>
            <a:ext cx="4771030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503766A8-C36E-4337-9DB4-358A28B7431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29017" y="3781163"/>
            <a:ext cx="4771030" cy="80107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5F947925-2465-45AC-9A1E-7153477BBE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9016" y="4739239"/>
            <a:ext cx="4771030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all" spc="2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6FC86B0E-A85D-444A-BC2A-B7A5FF1D48D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29017" y="4975773"/>
            <a:ext cx="4771030" cy="54681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accent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A930A0-A89C-48EB-A039-375BDA735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2A2494-B27D-418F-9D5E-8DE4FFB491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B0DC46-AFFB-4CCA-B5AE-7028C4E26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967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27D588-C832-4149-9B9F-D817459D8B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0CE2C-509A-4C33-AB34-6F278F117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F06B8C-060C-4139-B354-239A56BB3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7BE7C0-2680-40FD-88E4-27D6E7775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01941F94-25C7-46EC-89FE-B12B54F77CF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6075" y="4076963"/>
            <a:ext cx="3035881" cy="1485635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DE2747E-A71B-4917-8960-56D4F927D8C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1068" y="2806964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000" kern="0" cap="all" spc="4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B3830FC7-44D5-48CD-AA84-4E262F2EB8C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689632" y="4076963"/>
            <a:ext cx="3035880" cy="1485635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51F423C9-E1B4-4BD9-98A5-9397C32447D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63187" y="4076963"/>
            <a:ext cx="3023761" cy="1485635"/>
          </a:xfrm>
          <a:prstGeom prst="rect">
            <a:avLst/>
          </a:prstGeom>
        </p:spPr>
        <p:txBody>
          <a:bodyPr anchor="t"/>
          <a:lstStyle>
            <a:lvl1pPr marL="0" indent="0" algn="r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Add text here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0DF3CDE-1C08-4B0C-8DC3-9FCBBD3E61D4}"/>
              </a:ext>
            </a:extLst>
          </p:cNvPr>
          <p:cNvCxnSpPr>
            <a:cxnSpLocks/>
          </p:cNvCxnSpPr>
          <p:nvPr userDrawn="1"/>
        </p:nvCxnSpPr>
        <p:spPr>
          <a:xfrm>
            <a:off x="832513" y="3939883"/>
            <a:ext cx="2903678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C026C956-C6C4-4010-889F-B8D76203646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73324" y="2806964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000" kern="0" cap="all" spc="4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A4D363AD-B16F-46C4-9856-EA9EAC699EF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940173" y="2806964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r">
              <a:buNone/>
              <a:defRPr sz="4000" kern="0" cap="all" spc="4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6E9BAEE-70B0-4F15-B6B7-D5AE0227618F}"/>
              </a:ext>
            </a:extLst>
          </p:cNvPr>
          <p:cNvCxnSpPr>
            <a:cxnSpLocks/>
          </p:cNvCxnSpPr>
          <p:nvPr userDrawn="1"/>
        </p:nvCxnSpPr>
        <p:spPr>
          <a:xfrm>
            <a:off x="4699359" y="3939883"/>
            <a:ext cx="2903678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8F0848BB-EF65-4D43-AC18-9C4F4749CA6D}"/>
              </a:ext>
            </a:extLst>
          </p:cNvPr>
          <p:cNvCxnSpPr>
            <a:cxnSpLocks/>
          </p:cNvCxnSpPr>
          <p:nvPr userDrawn="1"/>
        </p:nvCxnSpPr>
        <p:spPr>
          <a:xfrm>
            <a:off x="8566207" y="3939883"/>
            <a:ext cx="2903678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7CA7F01-3F2D-4396-A7D4-3D21C56D7F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9016" y="1643321"/>
            <a:ext cx="4856634" cy="46634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800">
                <a:ln w="19050">
                  <a:solidFill>
                    <a:schemeClr val="accent5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692045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6D8EB4-0AAB-4C86-96ED-AB74FA56A67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10" name="Picture Placeholder 7">
            <a:extLst>
              <a:ext uri="{FF2B5EF4-FFF2-40B4-BE49-F238E27FC236}">
                <a16:creationId xmlns:a16="http://schemas.microsoft.com/office/drawing/2014/main" id="{5DEE423F-FC4A-461D-8AA7-F7C14B8066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334461" cy="686737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7D30EC-51F8-4EBE-9AC8-349D6E064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9EF7FC71-AF21-4CDA-8E86-E05EB4F1C44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3468" y="3260492"/>
            <a:ext cx="1152144" cy="768096"/>
          </a:xfrm>
          <a:prstGeom prst="rect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2400" cap="all" spc="100" baseline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$2B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E21B81-6A13-47D5-AD62-B1B0E4868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BB476-8DFF-468F-B950-1F980EB4D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BF893A53-04CF-497B-9C3D-502C92BA0DA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3467" y="4773463"/>
            <a:ext cx="1152144" cy="768096"/>
          </a:xfrm>
          <a:prstGeom prst="rect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2400" cap="all" spc="100" baseline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$1B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8BD5CDD-220E-41E0-82DD-820C0D834A4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817970" y="1609772"/>
            <a:ext cx="3365003" cy="1171533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50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3384AB-173D-4216-A221-BFA565FC12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47375" y="1747520"/>
            <a:ext cx="1152144" cy="768096"/>
          </a:xfrm>
          <a:prstGeom prst="rect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txBody>
          <a:bodyPr anchor="ctr"/>
          <a:lstStyle>
            <a:lvl1pPr marL="0" indent="0" algn="ctr">
              <a:buNone/>
              <a:defRPr sz="2400" cap="all" spc="100" baseline="0">
                <a:solidFill>
                  <a:schemeClr val="accent5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$3B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45638026-D669-4C2A-82A4-5F35D27DCA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17970" y="3129515"/>
            <a:ext cx="3365003" cy="117043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50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A19EAA97-D0F2-464B-8450-83BF202CEC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817970" y="4648156"/>
            <a:ext cx="3365003" cy="1170432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lnSpc>
                <a:spcPct val="125000"/>
              </a:lnSpc>
              <a:spcBef>
                <a:spcPts val="50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FF2174-FDCE-466A-8A4C-06AD6CAA44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07016" y="746631"/>
            <a:ext cx="5184648" cy="46634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72322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">
    <p:bg>
      <p:bgPr>
        <a:solidFill>
          <a:schemeClr val="bg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9216DCA9-E871-422D-B12D-3E1C39ACD2ED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 rot="5400000" flipH="1">
            <a:off x="-2092961" y="2092960"/>
            <a:ext cx="6858002" cy="2672081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54628-3BB3-414A-88E4-67B3809A6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D99CEA-3489-476A-9C9D-ED977FE6E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D55B0-9BDF-49CC-B30F-96112214E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F9CF3D99-4BB8-4944-A82E-385209DF3D6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11826" y="2881982"/>
            <a:ext cx="3975054" cy="296674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100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083CED13-2FB7-4DA4-87BD-B5AEF0C631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11826" y="2502477"/>
            <a:ext cx="3975054" cy="42639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1600" cap="all" spc="1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D240762F-003B-4B0E-A561-6734EA9AC8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378746" y="2881982"/>
            <a:ext cx="3695653" cy="296674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25000"/>
              </a:lnSpc>
              <a:spcBef>
                <a:spcPts val="100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387E9583-831E-4863-9A96-3E583A98F2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378746" y="2502477"/>
            <a:ext cx="3695653" cy="42639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None/>
              <a:defRPr sz="1600" cap="all" spc="1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6F4071-8FD4-4FF1-BA06-DD4D780FE4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796032" y="1649421"/>
            <a:ext cx="5184648" cy="46634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800">
                <a:ln w="19050">
                  <a:solidFill>
                    <a:schemeClr val="accent6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9513209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954AA95-575B-4060-9443-53B3476644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90" y="0"/>
            <a:ext cx="12188620" cy="6858000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38BF2BB6-8F62-424E-B01D-F90A0DB7B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2AF5C-69BC-4A87-8E5C-E473F6A73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6AD827-24BF-4C7D-9F16-1E26E09A6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BEEF33-0303-4BF6-8C9A-08DE4CB64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C14BDE6-5903-4EFC-B3C7-B7B219402D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37839" y="1538273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E19954FA-533A-4FF9-88B2-102C833FBD4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37839" y="5407116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E29BB699-DB47-4A35-9B5B-63C7EFC228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41651" y="3467155"/>
            <a:ext cx="1380681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4EFD147E-AEE9-40FA-96D5-7DBE7603349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44687" y="2307743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035518AB-0629-41B1-8670-DAE8C31C999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181179" y="4420460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accent1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D84B55A2-EE63-46F3-80EA-C4F512388C1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643702" y="4552190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accent6">
                    <a:lumMod val="40000"/>
                    <a:lumOff val="6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DED8D5C-7B18-4E79-B6B4-E59FAC3A83D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00052" y="4120885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8B6D903-1EAA-44AD-A3D8-6256873B7A2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545032" y="3467155"/>
            <a:ext cx="1209143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914974F-EEEB-4FDB-B605-14B6199844BA}"/>
              </a:ext>
            </a:extLst>
          </p:cNvPr>
          <p:cNvCxnSpPr>
            <a:cxnSpLocks/>
          </p:cNvCxnSpPr>
          <p:nvPr userDrawn="1"/>
        </p:nvCxnSpPr>
        <p:spPr>
          <a:xfrm>
            <a:off x="3758002" y="3713168"/>
            <a:ext cx="4683649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FCFFB4C-5408-479D-88E2-42F8897706C7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1322" y="2030298"/>
            <a:ext cx="4678" cy="3376818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9D316786-C25C-4139-9C9E-B55FEA3C4AC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754219" y="2067508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DC43FD24-D855-40FC-85C4-87ED3F64AA2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860695" y="4820889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200" cap="all" spc="20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07A013-A59B-4367-9832-ED55A6D252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4508" y="715939"/>
            <a:ext cx="4864608" cy="365760"/>
          </a:xfrm>
        </p:spPr>
        <p:txBody>
          <a:bodyPr anchor="t">
            <a:noAutofit/>
          </a:bodyPr>
          <a:lstStyle>
            <a:lvl1pPr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2858851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wth Strat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D1F00DA-5D59-4EDE-BA9C-D312B3FBBA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C3578F-2A0F-4E30-AF4A-8F796929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F6CA51-E5DC-4FC3-92F6-D5EC783C0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10E530-F1C5-4166-A95F-3F8D022CC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191453D1-9488-4F30-8223-1CB500BDC2F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52699" y="1592681"/>
            <a:ext cx="7306060" cy="3934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 cap="none" spc="200" baseline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1pPr>
          </a:lstStyle>
          <a:p>
            <a:pPr lvl="0"/>
            <a:r>
              <a:rPr lang="en-US"/>
              <a:t>Add subtitle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4882AD8A-D4BD-4E12-8458-AC021F93B15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973698" y="3031460"/>
            <a:ext cx="1975104" cy="868680"/>
          </a:xfrm>
          <a:prstGeom prst="rect">
            <a:avLst/>
          </a:prstGeom>
          <a:ln w="25400">
            <a:solidFill>
              <a:schemeClr val="accent6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3DF3AAFC-DA9A-4A72-BBF9-5A097BC5950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02976" y="3031460"/>
            <a:ext cx="1975104" cy="868680"/>
          </a:xfrm>
          <a:prstGeom prst="rect">
            <a:avLst/>
          </a:prstGeom>
          <a:ln w="25400">
            <a:solidFill>
              <a:schemeClr val="accent6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2FF48EEE-6AEC-4E37-AD5C-EEB74BA0CED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46652" y="3031460"/>
            <a:ext cx="1975104" cy="868680"/>
          </a:xfrm>
          <a:prstGeom prst="rect">
            <a:avLst/>
          </a:prstGeom>
          <a:ln w="25400">
            <a:solidFill>
              <a:schemeClr val="accent6"/>
            </a:solidFill>
          </a:ln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2066EA2-51F1-4F13-8E1B-89600E8790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91695" y="4042386"/>
            <a:ext cx="274320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F14EBD1B-595C-4A54-92C8-3C5427E15C4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20973" y="4042387"/>
            <a:ext cx="274320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B64F77B9-03A9-4E3E-B656-D3C0FBE25AB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964649" y="4042386"/>
            <a:ext cx="274320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FECFB3-5650-476F-BB54-8A2A45F8AE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1534" y="989042"/>
            <a:ext cx="7287768" cy="630936"/>
          </a:xfrm>
        </p:spPr>
        <p:txBody>
          <a:bodyPr anchor="t">
            <a:noAutofit/>
          </a:bodyPr>
          <a:lstStyle>
            <a:lvl1pPr algn="ctr">
              <a:lnSpc>
                <a:spcPct val="125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5219853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D91600-3E99-42F4-85C2-60F442CD5E7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2" name="Content Placeholder 8">
            <a:extLst>
              <a:ext uri="{FF2B5EF4-FFF2-40B4-BE49-F238E27FC236}">
                <a16:creationId xmlns:a16="http://schemas.microsoft.com/office/drawing/2014/main" id="{30B4BBA3-2E4B-4AF2-8A2B-92DD019631E8}"/>
              </a:ext>
            </a:extLst>
          </p:cNvPr>
          <p:cNvSpPr>
            <a:spLocks noGrp="1"/>
          </p:cNvSpPr>
          <p:nvPr>
            <p:ph sz="quarter" idx="39"/>
          </p:nvPr>
        </p:nvSpPr>
        <p:spPr>
          <a:xfrm>
            <a:off x="6266428" y="2782888"/>
            <a:ext cx="4992567" cy="34369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460CAC-F6F8-43F8-93F5-188B790DEE6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52699" y="1592681"/>
            <a:ext cx="7306060" cy="39342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 cap="none" spc="200" baseline="0">
                <a:solidFill>
                  <a:schemeClr val="bg1"/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1pPr>
          </a:lstStyle>
          <a:p>
            <a:pPr lvl="0"/>
            <a:r>
              <a:rPr lang="en-US"/>
              <a:t>Add subtitle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68D310-58F4-4A10-A286-9B42AECFD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868E10-EEA7-4017-B7CA-17B5EB23C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B014CA-8BED-467C-AC80-6DC5B3DDC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8" name="Text Placeholder 14">
            <a:extLst>
              <a:ext uri="{FF2B5EF4-FFF2-40B4-BE49-F238E27FC236}">
                <a16:creationId xmlns:a16="http://schemas.microsoft.com/office/drawing/2014/main" id="{2C4E099A-EEE4-40B4-B9B5-32A5A981F95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05410" y="2333977"/>
            <a:ext cx="5007023" cy="4487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all" spc="200" baseline="0">
                <a:solidFill>
                  <a:schemeClr val="accent6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79" name="Text Placeholder 14">
            <a:extLst>
              <a:ext uri="{FF2B5EF4-FFF2-40B4-BE49-F238E27FC236}">
                <a16:creationId xmlns:a16="http://schemas.microsoft.com/office/drawing/2014/main" id="{51338F1A-6EF2-4AA5-9EE8-628C9D57C27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79569" y="2339781"/>
            <a:ext cx="4993148" cy="44876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all" spc="200" baseline="0">
                <a:solidFill>
                  <a:schemeClr val="accent6"/>
                </a:solidFill>
                <a:latin typeface="+mj-lt"/>
                <a:cs typeface="Posterama" panose="020B0504020200020000" pitchFamily="34" charset="0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DF744EAD-73E9-49F3-9CA4-9A344EB625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1534" y="989042"/>
            <a:ext cx="7287768" cy="630936"/>
          </a:xfrm>
        </p:spPr>
        <p:txBody>
          <a:bodyPr anchor="t">
            <a:noAutofit/>
          </a:bodyPr>
          <a:lstStyle>
            <a:lvl1pPr algn="ctr">
              <a:lnSpc>
                <a:spcPct val="125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ACB4710E-545B-4940-B69A-359188335AD3}"/>
              </a:ext>
            </a:extLst>
          </p:cNvPr>
          <p:cNvSpPr>
            <a:spLocks noGrp="1"/>
          </p:cNvSpPr>
          <p:nvPr>
            <p:ph sz="quarter" idx="38"/>
          </p:nvPr>
        </p:nvSpPr>
        <p:spPr>
          <a:xfrm>
            <a:off x="919283" y="2782888"/>
            <a:ext cx="4992567" cy="343693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502702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Year Action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9533791-52F7-40F6-B230-7BF6C505CC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68A0C5-BEED-4BC5-ACD5-3F28EDE19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5EA781-4C22-4390-A03C-CA5DCCB7A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E694A4-07AC-48C4-A560-162C1F4EC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A6B27A0-0449-46AE-A770-EBB281A1A95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12346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1E70DE9B-2CDE-44B6-9307-FC12D873CA4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01761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123B5183-98F9-43BF-BE37-2AE0A049EA8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91176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49DAB7F1-F6E7-4F92-B252-D9B81196A3A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80591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4037F0E4-C57B-4033-B973-C69A03D9702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10807" y="3170170"/>
            <a:ext cx="61531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85DAD742-736F-42D3-99FC-6046CF57A7A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59421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53EC6732-F61D-431C-88C9-BAA5039B6BB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48836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B8218F9A-C149-4D30-8437-B9D8C0DAF1D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38251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BCA166BB-F293-4289-B0EB-57580EC9608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27666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77397369-CCB5-450E-8FD1-46B3B54F6B8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817081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78252082-BCF2-4955-B695-35F48EF76FD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606496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AF998D11-3FAA-4712-8C34-404C1BDCECB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95907" y="3170170"/>
            <a:ext cx="495300" cy="65227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2AA33C54-3898-452E-979F-F1B5853E737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71234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0569AA0A-65D1-4456-9A14-327E6CE6DF6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50176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028EB91C-9303-4EB3-886A-E5DA884A80F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9117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4A47908B-3F69-4786-9C40-C12392133F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8059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378EEBEC-FDBD-4D14-ADCA-4C72B269E99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10807" y="4871997"/>
            <a:ext cx="61531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044989A5-8040-43C0-BE05-6A79C3BE637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5942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52581A3A-F479-4780-81BE-CCBCF398141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883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5" name="Text Placeholder 14">
            <a:extLst>
              <a:ext uri="{FF2B5EF4-FFF2-40B4-BE49-F238E27FC236}">
                <a16:creationId xmlns:a16="http://schemas.microsoft.com/office/drawing/2014/main" id="{3D361DBA-153A-4846-BDA4-CC63FF94744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3825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78FB324E-EE00-4CC5-9F81-5EF71F30503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02766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78AA454F-F92D-4844-92A6-A3FEDD88B30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17081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651BCA7B-5BF4-4A0F-95C1-2014315E80B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606496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7E3F41F1-0E06-45ED-894F-7F38510C27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95907" y="4871997"/>
            <a:ext cx="495300" cy="652272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12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C02572F8-1812-49D5-B24A-088659DE9FC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53772" y="2763180"/>
            <a:ext cx="1021001" cy="50172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year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453EA1A1-A67D-4132-9EA0-584E8FA796C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53772" y="4449967"/>
            <a:ext cx="1021001" cy="50172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1600" cap="all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Add year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658BFCC4-C261-4874-8195-FDA3C5001E0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029367" y="2071320"/>
            <a:ext cx="1440088" cy="598827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5" name="Text Placeholder 14">
            <a:extLst>
              <a:ext uri="{FF2B5EF4-FFF2-40B4-BE49-F238E27FC236}">
                <a16:creationId xmlns:a16="http://schemas.microsoft.com/office/drawing/2014/main" id="{158708C7-ABA0-43E5-BB89-A1B7B2C4523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97612" y="2071320"/>
            <a:ext cx="1440088" cy="598827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6" name="Text Placeholder 14">
            <a:extLst>
              <a:ext uri="{FF2B5EF4-FFF2-40B4-BE49-F238E27FC236}">
                <a16:creationId xmlns:a16="http://schemas.microsoft.com/office/drawing/2014/main" id="{2AE59213-95B1-4597-AD8C-D55D96D561E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44687" y="2071320"/>
            <a:ext cx="1440088" cy="598827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2B9A460E-592F-41EA-9F9C-8953AFAC223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2029367" y="3862599"/>
            <a:ext cx="1440088" cy="549318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Text Placeholder 14">
            <a:extLst>
              <a:ext uri="{FF2B5EF4-FFF2-40B4-BE49-F238E27FC236}">
                <a16:creationId xmlns:a16="http://schemas.microsoft.com/office/drawing/2014/main" id="{3065B3A8-F99B-47E6-B517-D93AC0FC450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76442" y="3862599"/>
            <a:ext cx="1440088" cy="549318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none" spc="10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9" name="Text Placeholder 14">
            <a:extLst>
              <a:ext uri="{FF2B5EF4-FFF2-40B4-BE49-F238E27FC236}">
                <a16:creationId xmlns:a16="http://schemas.microsoft.com/office/drawing/2014/main" id="{B2187073-BC0A-4137-A204-D35C44CD7F8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923517" y="3862599"/>
            <a:ext cx="1440088" cy="549318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0" name="Title 1">
            <a:extLst>
              <a:ext uri="{FF2B5EF4-FFF2-40B4-BE49-F238E27FC236}">
                <a16:creationId xmlns:a16="http://schemas.microsoft.com/office/drawing/2014/main" id="{35F35AF6-FBA2-4CA2-8A1F-2C977E6C97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1534" y="989042"/>
            <a:ext cx="7287768" cy="630936"/>
          </a:xfrm>
        </p:spPr>
        <p:txBody>
          <a:bodyPr anchor="t">
            <a:noAutofit/>
          </a:bodyPr>
          <a:lstStyle>
            <a:lvl1pPr algn="ctr">
              <a:lnSpc>
                <a:spcPct val="125000"/>
              </a:lnSpc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5582165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5C89BE0-E34D-48FA-8ED2-CA69BFBC4F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AB20A778-FBFD-4ED2-8E9B-6645F59A4D16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79732" y="0"/>
            <a:ext cx="5012268" cy="686737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B12CF59-4802-4969-8645-8E2014DF0AB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179732" y="0"/>
            <a:ext cx="5012267" cy="6867376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3CB959-A5D6-4887-9B77-916F0EA10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C0AFFF-66EA-44D7-828D-244A190B1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589006-A738-42A2-B328-34F70A778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73E75D8-7274-49D2-8CF2-0E990C29CC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50" y="715939"/>
            <a:ext cx="4864608" cy="365760"/>
          </a:xfrm>
        </p:spPr>
        <p:txBody>
          <a:bodyPr anchor="t">
            <a:noAutofit/>
          </a:bodyPr>
          <a:lstStyle>
            <a:lvl1pPr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591683-9C5C-45D2-A241-FC48B66B50D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3750" y="1238250"/>
            <a:ext cx="5422392" cy="45902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40967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39293AB-35CB-4344-A710-9C0BF396AE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5B5434-FC37-4DD2-AA81-6499AA6FB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DC474A-5DF9-4EA3-A273-CA3941061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6B1742-3B51-4EFC-8A04-CD872DE4E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5C06A4-0C2D-4746-83C3-410A9B469E89}"/>
              </a:ext>
            </a:extLst>
          </p:cNvPr>
          <p:cNvSpPr/>
          <p:nvPr userDrawn="1"/>
        </p:nvSpPr>
        <p:spPr>
          <a:xfrm>
            <a:off x="739302" y="739302"/>
            <a:ext cx="10713396" cy="5379396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9">
            <a:extLst>
              <a:ext uri="{FF2B5EF4-FFF2-40B4-BE49-F238E27FC236}">
                <a16:creationId xmlns:a16="http://schemas.microsoft.com/office/drawing/2014/main" id="{890CF5DC-D21B-4DF3-8248-1F809124AD9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803737" y="2804053"/>
            <a:ext cx="1487419" cy="14984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BEE26967-C0C7-4310-90FC-F1914D2403E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8239" y="4570546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3CA187B6-5AE8-4D11-8E79-63677F474D2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8239" y="4886780"/>
            <a:ext cx="2118414" cy="53139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A72BAC04-D935-470E-B6B5-E9CCE70D11F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4175961" y="2804053"/>
            <a:ext cx="1487419" cy="14984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456256DC-B113-4559-8D0B-3F8B4A7CAB2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548185" y="2804053"/>
            <a:ext cx="1487419" cy="14984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E60A063A-DD07-4E82-9217-A8AD06D7C94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920409" y="2804053"/>
            <a:ext cx="1487419" cy="149841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4194B9ED-C9B7-4850-B875-B179F9A6AD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60463" y="4570546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DBB00C57-7DE2-436D-8748-527515EE4A6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60463" y="4886780"/>
            <a:ext cx="2118414" cy="53139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D6503F18-AEB2-4183-8F37-6BE4BBD66EE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32687" y="4570546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D01AC31E-901A-4C34-A8AE-71C303E07F5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32687" y="4886780"/>
            <a:ext cx="2118414" cy="53139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F113CB6D-E397-418B-8738-D96E553ADD2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04911" y="4570546"/>
            <a:ext cx="2118415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63EA5C1A-BB92-4C5E-BB99-A85B0B0FC49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04911" y="4886780"/>
            <a:ext cx="2118415" cy="53139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0E93D6C-0CD6-42A7-A2D2-C8582F7B353C}"/>
              </a:ext>
            </a:extLst>
          </p:cNvPr>
          <p:cNvSpPr/>
          <p:nvPr userDrawn="1"/>
        </p:nvSpPr>
        <p:spPr>
          <a:xfrm>
            <a:off x="1686323" y="2684612"/>
            <a:ext cx="1722246" cy="1737299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7D0FDBA-5294-4730-92D6-440AA8DE35AE}"/>
              </a:ext>
            </a:extLst>
          </p:cNvPr>
          <p:cNvSpPr/>
          <p:nvPr userDrawn="1"/>
        </p:nvSpPr>
        <p:spPr>
          <a:xfrm>
            <a:off x="4058547" y="2684612"/>
            <a:ext cx="1722246" cy="1737299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8E75564-AD04-4406-979E-AC0A8BE2AEFD}"/>
              </a:ext>
            </a:extLst>
          </p:cNvPr>
          <p:cNvSpPr/>
          <p:nvPr userDrawn="1"/>
        </p:nvSpPr>
        <p:spPr>
          <a:xfrm>
            <a:off x="6430771" y="2684612"/>
            <a:ext cx="1722246" cy="1737299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E7899F8-DBAB-4DCC-857C-94A3CF0FE542}"/>
              </a:ext>
            </a:extLst>
          </p:cNvPr>
          <p:cNvSpPr/>
          <p:nvPr userDrawn="1"/>
        </p:nvSpPr>
        <p:spPr>
          <a:xfrm>
            <a:off x="8802995" y="2684612"/>
            <a:ext cx="1722246" cy="1737299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41C8F6-B68C-4B34-A1EC-848B6301BE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2698" y="1566777"/>
            <a:ext cx="7286604" cy="634323"/>
          </a:xfrm>
        </p:spPr>
        <p:txBody>
          <a:bodyPr anchor="t">
            <a:normAutofit/>
          </a:bodyPr>
          <a:lstStyle>
            <a:lvl1pPr algn="ctr">
              <a:lnSpc>
                <a:spcPct val="125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140602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Full 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6B7C369-B3B1-47DB-AFB5-4A2FA0A046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EDB6E9-4285-4C1C-9752-2D43D6078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2EDB06-237E-4E77-B217-FD0E19A41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BACDA0-CD42-4B14-A524-FF6FF7E28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C5DE79-8AB4-425F-A9CB-B17901806732}"/>
              </a:ext>
            </a:extLst>
          </p:cNvPr>
          <p:cNvSpPr/>
          <p:nvPr userDrawn="1"/>
        </p:nvSpPr>
        <p:spPr>
          <a:xfrm>
            <a:off x="739302" y="739302"/>
            <a:ext cx="10713396" cy="5379396"/>
          </a:xfrm>
          <a:prstGeom prst="rect">
            <a:avLst/>
          </a:prstGeom>
          <a:solidFill>
            <a:schemeClr val="bg2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A8FDD580-B69C-4AF1-9C0C-1CF94ECEB2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18477" y="5098599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7A72E08F-5B05-415B-A503-4CED86D11F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18477" y="5414833"/>
            <a:ext cx="2118414" cy="3321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6" name="Text Placeholder 10">
            <a:extLst>
              <a:ext uri="{FF2B5EF4-FFF2-40B4-BE49-F238E27FC236}">
                <a16:creationId xmlns:a16="http://schemas.microsoft.com/office/drawing/2014/main" id="{02D7BE41-1227-4D94-AC6E-F4D0074917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9016" y="5098599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37" name="Text Placeholder 10">
            <a:extLst>
              <a:ext uri="{FF2B5EF4-FFF2-40B4-BE49-F238E27FC236}">
                <a16:creationId xmlns:a16="http://schemas.microsoft.com/office/drawing/2014/main" id="{C7E8138A-A795-4EF2-B1FF-1A36693A359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839016" y="5414833"/>
            <a:ext cx="2118414" cy="3321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77F66B66-F2E4-439A-A7DF-A9A64B0DF7B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59555" y="5098599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13CDFA66-0739-48E3-97B6-F63F13A0A83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59555" y="5414833"/>
            <a:ext cx="2118414" cy="3321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B4EE4B66-F80E-45BB-B2FE-CC11E1FBAF2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680094" y="5098599"/>
            <a:ext cx="2118415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1F734C1-F867-4FB6-A239-D99ED9E4C5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680094" y="5414833"/>
            <a:ext cx="2118415" cy="33211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62" name="Picture Placeholder 9">
            <a:extLst>
              <a:ext uri="{FF2B5EF4-FFF2-40B4-BE49-F238E27FC236}">
                <a16:creationId xmlns:a16="http://schemas.microsoft.com/office/drawing/2014/main" id="{11E88FD1-69BB-4254-81B8-7B383CE8D2D0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2002390" y="2327255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63" name="Text Placeholder 10">
            <a:extLst>
              <a:ext uri="{FF2B5EF4-FFF2-40B4-BE49-F238E27FC236}">
                <a16:creationId xmlns:a16="http://schemas.microsoft.com/office/drawing/2014/main" id="{E6EBB7F2-ABDB-41F2-8A6B-93196276ABF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418477" y="3263610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64" name="Text Placeholder 10">
            <a:extLst>
              <a:ext uri="{FF2B5EF4-FFF2-40B4-BE49-F238E27FC236}">
                <a16:creationId xmlns:a16="http://schemas.microsoft.com/office/drawing/2014/main" id="{4D66759F-DBAD-46B4-929C-18F2FB541B00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418477" y="3579845"/>
            <a:ext cx="2118414" cy="39054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68" name="Text Placeholder 10">
            <a:extLst>
              <a:ext uri="{FF2B5EF4-FFF2-40B4-BE49-F238E27FC236}">
                <a16:creationId xmlns:a16="http://schemas.microsoft.com/office/drawing/2014/main" id="{07D90C20-BFF7-4D04-AD95-1861DF74509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839016" y="3263610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69" name="Text Placeholder 10">
            <a:extLst>
              <a:ext uri="{FF2B5EF4-FFF2-40B4-BE49-F238E27FC236}">
                <a16:creationId xmlns:a16="http://schemas.microsoft.com/office/drawing/2014/main" id="{EF54F366-5FD7-4707-A0E3-FAFA53156C2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839016" y="3579845"/>
            <a:ext cx="2118414" cy="39054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70" name="Text Placeholder 10">
            <a:extLst>
              <a:ext uri="{FF2B5EF4-FFF2-40B4-BE49-F238E27FC236}">
                <a16:creationId xmlns:a16="http://schemas.microsoft.com/office/drawing/2014/main" id="{A51158F4-509A-44E4-A601-2CD7AEDE738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59555" y="3263610"/>
            <a:ext cx="2118414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71" name="Text Placeholder 10">
            <a:extLst>
              <a:ext uri="{FF2B5EF4-FFF2-40B4-BE49-F238E27FC236}">
                <a16:creationId xmlns:a16="http://schemas.microsoft.com/office/drawing/2014/main" id="{DA9AC8DA-4C66-4D66-9075-59DC95E2AC33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259555" y="3579845"/>
            <a:ext cx="2118414" cy="39054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72" name="Text Placeholder 10">
            <a:extLst>
              <a:ext uri="{FF2B5EF4-FFF2-40B4-BE49-F238E27FC236}">
                <a16:creationId xmlns:a16="http://schemas.microsoft.com/office/drawing/2014/main" id="{F3A598D9-D412-4C15-A31C-3A4842B32E1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680094" y="3263610"/>
            <a:ext cx="2118415" cy="3321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buNone/>
              <a:defRPr sz="1400" cap="all" spc="100" baseline="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Add name</a:t>
            </a:r>
          </a:p>
        </p:txBody>
      </p:sp>
      <p:sp>
        <p:nvSpPr>
          <p:cNvPr id="73" name="Text Placeholder 10">
            <a:extLst>
              <a:ext uri="{FF2B5EF4-FFF2-40B4-BE49-F238E27FC236}">
                <a16:creationId xmlns:a16="http://schemas.microsoft.com/office/drawing/2014/main" id="{14A0A9AD-40F7-4203-917C-8BFBF4FCF2C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680094" y="3579845"/>
            <a:ext cx="2118415" cy="39054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buNone/>
              <a:defRPr sz="12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29E220D-4268-4E0B-B292-D87F92DF6ED3}"/>
              </a:ext>
            </a:extLst>
          </p:cNvPr>
          <p:cNvSpPr/>
          <p:nvPr userDrawn="1"/>
        </p:nvSpPr>
        <p:spPr>
          <a:xfrm>
            <a:off x="1947081" y="2272648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8" name="Picture Placeholder 9">
            <a:extLst>
              <a:ext uri="{FF2B5EF4-FFF2-40B4-BE49-F238E27FC236}">
                <a16:creationId xmlns:a16="http://schemas.microsoft.com/office/drawing/2014/main" id="{2DB6BDC2-D18B-4AF7-9B33-2FB86D67A64A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2002390" y="4154796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CB9D855A-B11D-44DC-BBE1-7BA68BD18E68}"/>
              </a:ext>
            </a:extLst>
          </p:cNvPr>
          <p:cNvSpPr/>
          <p:nvPr userDrawn="1"/>
        </p:nvSpPr>
        <p:spPr>
          <a:xfrm>
            <a:off x="1947081" y="4100189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Picture Placeholder 9">
            <a:extLst>
              <a:ext uri="{FF2B5EF4-FFF2-40B4-BE49-F238E27FC236}">
                <a16:creationId xmlns:a16="http://schemas.microsoft.com/office/drawing/2014/main" id="{D12B69C6-4468-4017-A141-0864B9065E88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4422929" y="2319234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874C203-B833-4D0D-9674-D25DFA3F9606}"/>
              </a:ext>
            </a:extLst>
          </p:cNvPr>
          <p:cNvSpPr/>
          <p:nvPr userDrawn="1"/>
        </p:nvSpPr>
        <p:spPr>
          <a:xfrm>
            <a:off x="4367620" y="2264627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2" name="Picture Placeholder 9">
            <a:extLst>
              <a:ext uri="{FF2B5EF4-FFF2-40B4-BE49-F238E27FC236}">
                <a16:creationId xmlns:a16="http://schemas.microsoft.com/office/drawing/2014/main" id="{0B83E94D-7A2E-4F82-9F6F-414BB1EE1F9D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422929" y="4146775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54DE692-CD53-4D36-9E21-EDBFA9779183}"/>
              </a:ext>
            </a:extLst>
          </p:cNvPr>
          <p:cNvSpPr/>
          <p:nvPr userDrawn="1"/>
        </p:nvSpPr>
        <p:spPr>
          <a:xfrm>
            <a:off x="4367620" y="4092168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4" name="Picture Placeholder 9">
            <a:extLst>
              <a:ext uri="{FF2B5EF4-FFF2-40B4-BE49-F238E27FC236}">
                <a16:creationId xmlns:a16="http://schemas.microsoft.com/office/drawing/2014/main" id="{722A2533-C7FE-4FF8-88EA-CC5A72E587E0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843468" y="2323944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60564730-564F-4992-974D-020B105689EE}"/>
              </a:ext>
            </a:extLst>
          </p:cNvPr>
          <p:cNvSpPr/>
          <p:nvPr userDrawn="1"/>
        </p:nvSpPr>
        <p:spPr>
          <a:xfrm>
            <a:off x="6788159" y="2269337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Picture Placeholder 9">
            <a:extLst>
              <a:ext uri="{FF2B5EF4-FFF2-40B4-BE49-F238E27FC236}">
                <a16:creationId xmlns:a16="http://schemas.microsoft.com/office/drawing/2014/main" id="{3FF1C129-85E6-40AA-8026-14C47F0F038C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6843468" y="4151485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3E7D63A3-3C58-4F80-B353-C26650B97F55}"/>
              </a:ext>
            </a:extLst>
          </p:cNvPr>
          <p:cNvSpPr/>
          <p:nvPr userDrawn="1"/>
        </p:nvSpPr>
        <p:spPr>
          <a:xfrm>
            <a:off x="6788159" y="4096878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Picture Placeholder 9">
            <a:extLst>
              <a:ext uri="{FF2B5EF4-FFF2-40B4-BE49-F238E27FC236}">
                <a16:creationId xmlns:a16="http://schemas.microsoft.com/office/drawing/2014/main" id="{C78943C0-07AD-428D-A010-64CDDC815654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9264007" y="2315923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44D0D2B8-EB2F-407A-A7DF-29BF878D0C97}"/>
              </a:ext>
            </a:extLst>
          </p:cNvPr>
          <p:cNvSpPr/>
          <p:nvPr userDrawn="1"/>
        </p:nvSpPr>
        <p:spPr>
          <a:xfrm>
            <a:off x="9208698" y="2261316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0" name="Picture Placeholder 9">
            <a:extLst>
              <a:ext uri="{FF2B5EF4-FFF2-40B4-BE49-F238E27FC236}">
                <a16:creationId xmlns:a16="http://schemas.microsoft.com/office/drawing/2014/main" id="{9F5D0399-2186-4D0F-B2B6-FB29536013E2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9264007" y="4143464"/>
            <a:ext cx="950588" cy="685062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A161A1AC-702C-4209-BE7C-E51F7434B5B5}"/>
              </a:ext>
            </a:extLst>
          </p:cNvPr>
          <p:cNvSpPr/>
          <p:nvPr userDrawn="1"/>
        </p:nvSpPr>
        <p:spPr>
          <a:xfrm>
            <a:off x="9208698" y="4088857"/>
            <a:ext cx="1061206" cy="794276"/>
          </a:xfrm>
          <a:prstGeom prst="rect">
            <a:avLst/>
          </a:prstGeom>
          <a:noFill/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Title 1">
            <a:extLst>
              <a:ext uri="{FF2B5EF4-FFF2-40B4-BE49-F238E27FC236}">
                <a16:creationId xmlns:a16="http://schemas.microsoft.com/office/drawing/2014/main" id="{8ADA00ED-298B-444A-A7F5-508EDBA56F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52698" y="1187753"/>
            <a:ext cx="7286604" cy="634323"/>
          </a:xfrm>
        </p:spPr>
        <p:txBody>
          <a:bodyPr anchor="t">
            <a:normAutofit/>
          </a:bodyPr>
          <a:lstStyle>
            <a:lvl1pPr algn="ctr">
              <a:lnSpc>
                <a:spcPct val="125000"/>
              </a:lnSpc>
              <a:defRPr sz="28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977886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FBC2989-2CED-47FB-8D23-FF60F2561EA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429704-4AB7-47AB-8C1F-4C2E4C99A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348280-3106-454C-9D69-9BD1267B1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426433-6916-408B-BE80-EB35C6930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37D1BF6-CA32-48D3-B8AE-5D5C621A7E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F57E488F-AD89-4213-9093-5646DF323A2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0511" y="4114240"/>
            <a:ext cx="2382386" cy="61370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all" spc="20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E31C9DEB-43A3-4514-9EB8-2CE147497B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00511" y="4733168"/>
            <a:ext cx="2382386" cy="8579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254EC399-E62D-401A-936C-2B26F8265F1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84039" y="4114240"/>
            <a:ext cx="2382386" cy="61370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all" spc="200" baseline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4F49DC18-7C09-4FFC-98BF-DC17FCE6223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584039" y="4733168"/>
            <a:ext cx="2382386" cy="8579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9D21F281-5009-4E28-B34E-218C36B33AB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7567" y="4114240"/>
            <a:ext cx="2382386" cy="61370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75C2A3FB-F206-4ED3-A8BF-712D66D52D2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67567" y="4733168"/>
            <a:ext cx="2382386" cy="8579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433D1544-1248-444D-B0AC-C5B22E1D26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51094" y="4114240"/>
            <a:ext cx="2382386" cy="61370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all" spc="200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9F4FDF38-0969-49B5-BE15-AB7D41B68D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51094" y="4733168"/>
            <a:ext cx="2382386" cy="85793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A749E3E6-EB0F-4108-9196-2A2DDD63E22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285758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None/>
              <a:defRPr sz="2800" cap="all" spc="100" baseline="0">
                <a:solidFill>
                  <a:schemeClr val="accent4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CA8E4A5D-4A2C-4FCA-9886-11A6692866A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52814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D12F1290-6B4C-49B8-BC26-3B433534C3F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36341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0E60E704-AD01-4048-8D70-3F4CA25DA63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969286" y="239917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1000"/>
              </a:spcBef>
              <a:buNone/>
              <a:defRPr sz="2800" cap="all" spc="100" baseline="0">
                <a:solidFill>
                  <a:schemeClr val="accent3">
                    <a:lumMod val="60000"/>
                    <a:lumOff val="4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4CB251EF-EB2B-4D32-A321-FEC37EAB8D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3750" y="715939"/>
            <a:ext cx="4864608" cy="365760"/>
          </a:xfrm>
        </p:spPr>
        <p:txBody>
          <a:bodyPr anchor="t">
            <a:noAutofit/>
          </a:bodyPr>
          <a:lstStyle>
            <a:lvl1pPr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7791732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D2CF4D42-6C74-47FD-8195-943D55ADA87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275658-2C01-4217-AE99-DF0FDFFE4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913D93-CECF-4647-8DC2-8F7DD04E7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C60507-1EAA-4632-9D67-1BD599F4F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2754639B-AD71-425C-BF07-356C0F14C9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1353381"/>
            <a:ext cx="5622878" cy="4151236"/>
          </a:xfrm>
          <a:solidFill>
            <a:schemeClr val="accent3">
              <a:alpha val="90000"/>
            </a:schemeClr>
          </a:solidFill>
        </p:spPr>
        <p:txBody>
          <a:bodyPr vert="horz" lIns="649224" tIns="749808" rIns="91440" bIns="45720" rtlCol="0" anchor="t">
            <a:noAutofit/>
          </a:bodyPr>
          <a:lstStyle>
            <a:lvl1pPr>
              <a:defRPr lang="en-US" sz="2800">
                <a:ln w="19050">
                  <a:solidFill>
                    <a:schemeClr val="bg1"/>
                  </a:solidFill>
                </a:ln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0"/>
              </a:spcBef>
              <a:buFont typeface="Arial" panose="020B0604020202020204" pitchFamily="34" charset="0"/>
            </a:pPr>
            <a:r>
              <a:rPr lang="en-US" dirty="0"/>
              <a:t>Click to add title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64CF3C46-90B8-467D-9D50-086B913570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7993" y="2689071"/>
            <a:ext cx="4567209" cy="2212496"/>
          </a:xfrm>
        </p:spPr>
        <p:txBody>
          <a:bodyPr>
            <a:noAutofit/>
          </a:bodyPr>
          <a:lstStyle>
            <a:lvl1pPr marL="0" indent="0" algn="l">
              <a:lnSpc>
                <a:spcPct val="125000"/>
              </a:lnSpc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718030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10B86B2D-56E1-4FB2-8CC9-DBC6C0B6EB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flipH="1">
            <a:off x="0" y="0"/>
            <a:ext cx="8153400" cy="6858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1D70C38F-1ABB-4C86-972A-E388226700C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65112" y="2326705"/>
            <a:ext cx="4114592" cy="2212496"/>
          </a:xfrm>
        </p:spPr>
        <p:txBody>
          <a:bodyPr>
            <a:noAutofit/>
          </a:bodyPr>
          <a:lstStyle>
            <a:lvl1pPr marL="0" indent="0" algn="l">
              <a:lnSpc>
                <a:spcPct val="125000"/>
              </a:lnSpc>
              <a:buNone/>
              <a:defRPr sz="1400" spc="1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9B0AE4-4C17-4975-A59C-4D9EFE584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8/06/20XX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FC9023-3371-40C0-A618-BF8AA20FF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221E28-544B-4D00-A151-341F3D7EC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907CF0-318A-401D-9F77-B63C65D2968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452360" y="1728566"/>
            <a:ext cx="4127344" cy="724702"/>
          </a:xfrm>
        </p:spPr>
        <p:txBody>
          <a:bodyPr anchor="t">
            <a:noAutofit/>
          </a:bodyPr>
          <a:lstStyle>
            <a:lvl1pPr>
              <a:defRPr sz="2800">
                <a:ln w="19050">
                  <a:solidFill>
                    <a:schemeClr val="bg1"/>
                  </a:solidFill>
                </a:ln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98803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30B4CC-1CD5-414E-92CD-721B331F6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A47427-FA4C-4262-9C2A-A640B569D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E89D4-4BDC-4CC9-959B-0D2E0BEB89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spc="100" baseline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1pPr>
          </a:lstStyle>
          <a:p>
            <a:r>
              <a:rPr lang="en-US" dirty="0"/>
              <a:t>8/06/20XX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285D2-5742-46C4-A6B1-B07CC6823A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100" baseline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7CF20-6E1A-4F87-A039-3C59B25DA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100" baseline="0">
                <a:solidFill>
                  <a:schemeClr val="bg1">
                    <a:lumMod val="95000"/>
                  </a:schemeClr>
                </a:solidFill>
                <a:latin typeface="Posterama" panose="020B0504020200020000" pitchFamily="34" charset="0"/>
                <a:cs typeface="Posterama" panose="020B0504020200020000" pitchFamily="34" charset="0"/>
              </a:defRPr>
            </a:lvl1pPr>
          </a:lstStyle>
          <a:p>
            <a:fld id="{A402E4C0-AD5E-4E8C-9F21-7CCE474BDCE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822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 cap="all" spc="400" baseline="0">
          <a:ln w="19050">
            <a:solidFill>
              <a:schemeClr val="accent2"/>
            </a:solidFill>
          </a:ln>
          <a:noFill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0.png"/><Relationship Id="rId5" Type="http://schemas.openxmlformats.org/officeDocument/2006/relationships/customXml" Target="../ink/ink2.xml"/><Relationship Id="rId4" Type="http://schemas.openxmlformats.org/officeDocument/2006/relationships/image" Target="../media/image15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5B1C734-42CB-4311-8905-2F41D09107C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170812" y="2433319"/>
            <a:ext cx="8082844" cy="339247"/>
          </a:xfrm>
        </p:spPr>
        <p:txBody>
          <a:bodyPr>
            <a:normAutofit fontScale="25000" lnSpcReduction="20000"/>
          </a:bodyPr>
          <a:lstStyle/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day-to-day task companion​</a:t>
            </a:r>
          </a:p>
          <a:p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Rusafi Bin Rowshan </a:t>
            </a:r>
          </a:p>
          <a:p>
            <a:r>
              <a:rPr lang="en-US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ID:242-35-520</a:t>
            </a:r>
          </a:p>
          <a:p>
            <a:endParaRPr lang="en-US" sz="9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092447D-9ABD-5C58-314E-687950F47D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7645" y="4353637"/>
            <a:ext cx="6578035" cy="2215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br>
              <a:rPr lang="en-US" sz="900" dirty="0"/>
            </a:br>
            <a:endParaRPr kumimoji="0" lang="en-US" altLang="en-US" sz="9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0D063B-14DF-C7B7-1D65-369210AD95A7}"/>
              </a:ext>
            </a:extLst>
          </p:cNvPr>
          <p:cNvSpPr txBox="1"/>
          <p:nvPr/>
        </p:nvSpPr>
        <p:spPr>
          <a:xfrm>
            <a:off x="1170812" y="1514310"/>
            <a:ext cx="80828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manager</a:t>
            </a:r>
          </a:p>
        </p:txBody>
      </p:sp>
      <p:pic>
        <p:nvPicPr>
          <p:cNvPr id="3" name="Picture 2" descr="A screenshot of a cell phone and a tablet&#10;&#10;AI-generated content may be incorrect.">
            <a:extLst>
              <a:ext uri="{FF2B5EF4-FFF2-40B4-BE49-F238E27FC236}">
                <a16:creationId xmlns:a16="http://schemas.microsoft.com/office/drawing/2014/main" id="{5FF3BD05-AE6A-A6AC-9629-7A5CD8285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8851" y="1749944"/>
            <a:ext cx="5810865" cy="29826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883836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2E468DC9-F7EA-4DDD-A3C6-7FED01F0A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6499" y="798689"/>
            <a:ext cx="6942669" cy="5260621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E1840D15-B3C7-4446-9131-8F222F601B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949565" y="2181578"/>
            <a:ext cx="5896536" cy="3345769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Task manager is a console-based to-do list and task sorting application developed in C. It provides an intuitive interface to add, sort, view and remove daily tasks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774A57-DC9F-44C5-B707-3B57BDBE4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02E4C0-AD5E-4E8C-9F21-7CCE474BDCEB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77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2">
            <a:extLst>
              <a:ext uri="{FF2B5EF4-FFF2-40B4-BE49-F238E27FC236}">
                <a16:creationId xmlns:a16="http://schemas.microsoft.com/office/drawing/2014/main" id="{D3F9F4A2-BCB2-237A-AAA6-67AF47F3FD3F}"/>
              </a:ext>
            </a:extLst>
          </p:cNvPr>
          <p:cNvSpPr txBox="1">
            <a:spLocks/>
          </p:cNvSpPr>
          <p:nvPr/>
        </p:nvSpPr>
        <p:spPr>
          <a:xfrm>
            <a:off x="1199003" y="963273"/>
            <a:ext cx="7005197" cy="141420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2800" kern="1200" cap="all" spc="400" baseline="0">
                <a:ln w="19050">
                  <a:solidFill>
                    <a:schemeClr val="bg1"/>
                  </a:solidFill>
                </a:ln>
                <a:noFill/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 used: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Placeholder 37">
            <a:extLst>
              <a:ext uri="{FF2B5EF4-FFF2-40B4-BE49-F238E27FC236}">
                <a16:creationId xmlns:a16="http://schemas.microsoft.com/office/drawing/2014/main" id="{B5CD9D2D-DADF-2A53-4DA2-EB374285691C}"/>
              </a:ext>
            </a:extLst>
          </p:cNvPr>
          <p:cNvSpPr txBox="1">
            <a:spLocks/>
          </p:cNvSpPr>
          <p:nvPr/>
        </p:nvSpPr>
        <p:spPr>
          <a:xfrm>
            <a:off x="1622068" y="2197425"/>
            <a:ext cx="7250999" cy="34244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 cap="none" spc="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 traversal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algorithm: Bubble sorting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75C5803A-E33E-10F3-4984-03BB59A8A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02E4C0-AD5E-4E8C-9F21-7CCE474BDCE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89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A270D-1993-2927-E736-5A8134176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32">
            <a:extLst>
              <a:ext uri="{FF2B5EF4-FFF2-40B4-BE49-F238E27FC236}">
                <a16:creationId xmlns:a16="http://schemas.microsoft.com/office/drawing/2014/main" id="{518CF4E2-2DE4-2518-6709-4CCD81EC2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9003" y="963273"/>
            <a:ext cx="4711701" cy="141420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3211021C-0A0D-6937-B99A-A22D97D1CED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9003" y="2197425"/>
            <a:ext cx="6194855" cy="3424442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 and deleting tasks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the tasks using sorting algorithm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Undo last 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action history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9FCB4-62D4-1C64-049B-89143EDA9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02E4C0-AD5E-4E8C-9F21-7CCE474BDCEB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3" name="Picture 2" descr="A computer screen shot of several calendars and notes&#10;&#10;AI-generated content may be incorrect.">
            <a:extLst>
              <a:ext uri="{FF2B5EF4-FFF2-40B4-BE49-F238E27FC236}">
                <a16:creationId xmlns:a16="http://schemas.microsoft.com/office/drawing/2014/main" id="{6CD95B45-6C9A-41C0-FE1B-CB3F6B98D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302" y="2023334"/>
            <a:ext cx="4997924" cy="28113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547190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8A0965D6-0D20-40A0-8897-EDF8A7A46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1036629"/>
            <a:ext cx="7044268" cy="5048082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BAD5E990-59DB-44C5-B716-B0352D7535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51593" y="2740506"/>
            <a:ext cx="6134627" cy="2858782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compiled C program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EMS.c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shows main menu.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Menu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menu contains several options which are the key functionalities of the project.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A4FBE-BC87-4AB1-BD16-CAF99641A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02E4C0-AD5E-4E8C-9F21-7CCE474BDCEB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4D77482-AB5E-F929-A517-3DC5BAC1A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7814" y="1681821"/>
            <a:ext cx="4016920" cy="260231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B4CB9899-A6F7-3435-D188-76A52893317C}"/>
                  </a:ext>
                </a:extLst>
              </p14:cNvPr>
              <p14:cNvContentPartPr/>
              <p14:nvPr/>
            </p14:nvContentPartPr>
            <p14:xfrm>
              <a:off x="8932773" y="4013000"/>
              <a:ext cx="160920" cy="2199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B4CB9899-A6F7-3435-D188-76A52893317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926653" y="4006880"/>
                <a:ext cx="173160" cy="23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48C8D9E-7F72-0333-5133-11AA5E4E685E}"/>
                  </a:ext>
                </a:extLst>
              </p14:cNvPr>
              <p14:cNvContentPartPr/>
              <p14:nvPr/>
            </p14:nvContentPartPr>
            <p14:xfrm>
              <a:off x="8982813" y="4097600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48C8D9E-7F72-0333-5133-11AA5E4E685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920173" y="4034960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59C63022-0E39-8366-FE4E-1C593476CC04}"/>
                  </a:ext>
                </a:extLst>
              </p14:cNvPr>
              <p14:cNvContentPartPr/>
              <p14:nvPr/>
            </p14:nvContentPartPr>
            <p14:xfrm>
              <a:off x="8991453" y="4225040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59C63022-0E39-8366-FE4E-1C593476CC0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928813" y="4162040"/>
                <a:ext cx="126000" cy="126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86903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5E68622-BD54-93F1-1C67-42BBBB65E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DBCB91-9548-F866-DEE2-23AE855C5AA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8033" y="2274840"/>
            <a:ext cx="4771030" cy="2926516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task lets the user add a task using desired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task shows an intuitive overview</a:t>
            </a:r>
          </a:p>
          <a:p>
            <a:endParaRPr lang="en-US" sz="2400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C155404-C218-F86B-D2B6-2879FD0E3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t>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F5AE80-C0B5-9F00-B5A0-5B07ED73E2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118" y="1036629"/>
            <a:ext cx="5010849" cy="331516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F193055-B826-F9B7-776B-4E654A5109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693" y="4529530"/>
            <a:ext cx="5643698" cy="1343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0144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4021AD4-EBFB-1D33-A88E-A632E24C9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76" y="695396"/>
            <a:ext cx="7382934" cy="5222311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ea typeface="HK Modular"/>
                <a:cs typeface="Times New Roman" panose="02020603050405020304" pitchFamily="18" charset="0"/>
                <a:sym typeface="HK Modular"/>
              </a:rPr>
              <a:t>Functionality</a:t>
            </a:r>
            <a:br>
              <a:rPr lang="en-US" dirty="0">
                <a:solidFill>
                  <a:schemeClr val="accent2"/>
                </a:solidFill>
                <a:latin typeface="Times New Roman" panose="02020603050405020304" pitchFamily="18" charset="0"/>
                <a:ea typeface="HK Modular"/>
                <a:cs typeface="Times New Roman" panose="02020603050405020304" pitchFamily="18" charset="0"/>
                <a:sym typeface="HK Modular"/>
              </a:rPr>
            </a:br>
            <a:endParaRPr lang="en-US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FE5B9E-52B5-FED4-3A9F-DD670C8ED9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9016" y="2605039"/>
            <a:ext cx="6270095" cy="3160635"/>
          </a:xfrm>
        </p:spPr>
        <p:txBody>
          <a:bodyPr>
            <a:normAutofit fontScale="92500" lnSpcReduction="20000"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Sorting, Undo and Action History: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Sorting the tasks uses sorting algorithm based on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Undo uses stack function to remove the last input task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 history shows previous actions using queue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A5867C8-06C5-E787-8170-48D082CF5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t>7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170728-A0AD-4EBE-2CD9-6C2BDE3B05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6651" y="931823"/>
            <a:ext cx="1933845" cy="43821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A0E34FA-8A05-8A15-7B7E-301380E9FC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651" y="1370034"/>
            <a:ext cx="4463873" cy="19664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D74E206-CAB2-CA10-5432-FCA03E4AE5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6651" y="3798332"/>
            <a:ext cx="2762636" cy="45726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3B2FFD7-1D53-16BE-69D0-0FC748778F0A}"/>
              </a:ext>
            </a:extLst>
          </p:cNvPr>
          <p:cNvSpPr txBox="1"/>
          <p:nvPr/>
        </p:nvSpPr>
        <p:spPr>
          <a:xfrm>
            <a:off x="7626651" y="492667"/>
            <a:ext cx="1916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Sortng</a:t>
            </a:r>
            <a:r>
              <a:rPr lang="en-US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43199A-E771-FFAF-42B6-DE9B9185FD94}"/>
              </a:ext>
            </a:extLst>
          </p:cNvPr>
          <p:cNvSpPr txBox="1"/>
          <p:nvPr/>
        </p:nvSpPr>
        <p:spPr>
          <a:xfrm>
            <a:off x="7626651" y="3429000"/>
            <a:ext cx="1322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Undo: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E391E0-7C3B-7A1D-434C-98704F633542}"/>
              </a:ext>
            </a:extLst>
          </p:cNvPr>
          <p:cNvSpPr txBox="1"/>
          <p:nvPr/>
        </p:nvSpPr>
        <p:spPr>
          <a:xfrm flipH="1">
            <a:off x="7686039" y="4292435"/>
            <a:ext cx="21725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Action History: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8E6DF36-8AD9-A519-C4FE-36A87B381D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6039" y="4661767"/>
            <a:ext cx="3134162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030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250158-8EDE-D2F9-C788-06285E140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t>8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0CD1775-F6ED-4C40-557A-7D2A9C10B96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830646" y="2113915"/>
            <a:ext cx="8035836" cy="3162808"/>
          </a:xfrm>
        </p:spPr>
        <p:txBody>
          <a:bodyPr>
            <a:noAutofit/>
          </a:bodyPr>
          <a:lstStyle/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interface: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Replaces paper-based records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manual tracking</a:t>
            </a:r>
          </a:p>
          <a:p>
            <a:pPr algn="l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on Windows with C compiler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database required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text-file storage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2DF477E0-2B81-7EE8-5A13-CEF3F2B8A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9800" y="1216152"/>
            <a:ext cx="7286605" cy="634323"/>
          </a:xfrm>
        </p:spPr>
        <p:txBody>
          <a:bodyPr>
            <a:no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REAL-LIFE IMPACT</a:t>
            </a:r>
          </a:p>
        </p:txBody>
      </p:sp>
    </p:spTree>
    <p:extLst>
      <p:ext uri="{BB962C8B-B14F-4D97-AF65-F5344CB8AC3E}">
        <p14:creationId xmlns:p14="http://schemas.microsoft.com/office/powerpoint/2010/main" val="24653256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42CC5-1F6F-8390-3943-50DE7C18C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t>9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FD15C4C-A2E1-9109-E5F8-5128D4AF2B7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072640" y="2726346"/>
            <a:ext cx="9042400" cy="3630004"/>
          </a:xfrm>
        </p:spPr>
        <p:txBody>
          <a:bodyPr/>
          <a:lstStyle/>
          <a:p>
            <a:pPr algn="l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Task manager shows: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Intuitive task management in C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sorting capabilities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daily life application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productivity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EE5FE441-01ED-E809-13DB-652AED037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2640" y="1104392"/>
            <a:ext cx="7286605" cy="634323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9793125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7A9A2-89F5-2A47-17C6-BEF91D554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DC905-0886-EF81-B896-AEF81E8E1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02E4C0-AD5E-4E8C-9F21-7CCE474BDCEB}" type="slidenum">
              <a:rPr lang="en-US" smtClean="0"/>
              <a:t>10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707DD6A6-B11F-00D9-A193-1C34BB5F3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573" y="2137325"/>
            <a:ext cx="7286605" cy="2256875"/>
          </a:xfrm>
        </p:spPr>
        <p:txBody>
          <a:bodyPr>
            <a:no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134491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4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7A1380"/>
      </a:accent1>
      <a:accent2>
        <a:srgbClr val="0C1A69"/>
      </a:accent2>
      <a:accent3>
        <a:srgbClr val="F4292E"/>
      </a:accent3>
      <a:accent4>
        <a:srgbClr val="FD49C1"/>
      </a:accent4>
      <a:accent5>
        <a:srgbClr val="15C7C7"/>
      </a:accent5>
      <a:accent6>
        <a:srgbClr val="02DCFA"/>
      </a:accent6>
      <a:hlink>
        <a:srgbClr val="0563C1"/>
      </a:hlink>
      <a:folHlink>
        <a:srgbClr val="954F72"/>
      </a:folHlink>
    </a:clrScheme>
    <a:fontScheme name="Custom 31">
      <a:majorFont>
        <a:latin typeface="Posterama Bold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itch Deck_TM33781529_Win32_JC_v3" id="{862F7C05-3205-4562-AA5F-868BCB6856F9}" vid="{97BBE2DD-0E32-4C1B-8BB2-0414672F316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2" ma:contentTypeDescription="Create a new document." ma:contentTypeScope="" ma:versionID="5a5774fd28510f591f3d0476b60c796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656ce980f6f53fc96333c5ee30c32b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0BF0F94-36C0-430F-8DDE-AF914AC0C0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1D2FAC4-C1D8-4FBC-AFD8-786609711A5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E89A24D-CD69-45A4-AC93-53B8115AA413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Tech pitch deck</Template>
  <TotalTime>122</TotalTime>
  <Words>235</Words>
  <Application>Microsoft Office PowerPoint</Application>
  <PresentationFormat>Widescreen</PresentationFormat>
  <Paragraphs>64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Bierstadt</vt:lpstr>
      <vt:lpstr>Calibri</vt:lpstr>
      <vt:lpstr>Courier New</vt:lpstr>
      <vt:lpstr>Posterama</vt:lpstr>
      <vt:lpstr>Posterama Bold</vt:lpstr>
      <vt:lpstr>Times New Roman</vt:lpstr>
      <vt:lpstr>Office Theme</vt:lpstr>
      <vt:lpstr> </vt:lpstr>
      <vt:lpstr>INTRODUCTION</vt:lpstr>
      <vt:lpstr>PowerPoint Presentation</vt:lpstr>
      <vt:lpstr>Key Features:</vt:lpstr>
      <vt:lpstr>Functionality</vt:lpstr>
      <vt:lpstr>Functionality</vt:lpstr>
      <vt:lpstr>Functionality </vt:lpstr>
      <vt:lpstr>REAL-LIFE IMPACT</vt:lpstr>
      <vt:lpstr>CONCLUSION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Prioty Hossain</dc:creator>
  <cp:lastModifiedBy>raad rusafi</cp:lastModifiedBy>
  <cp:revision>5</cp:revision>
  <dcterms:created xsi:type="dcterms:W3CDTF">2025-08-16T18:54:50Z</dcterms:created>
  <dcterms:modified xsi:type="dcterms:W3CDTF">2025-08-17T17:39:14Z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